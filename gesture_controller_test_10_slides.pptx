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3A622-4FD9-0681-AA2E-DCC6EBC4D5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8FC5F4-EB5A-9A76-D090-324F979142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7D137-E220-4F39-47EB-204EED476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34A46-9475-4529-A9D4-CDDFEDD48DC5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2466F-743A-5F71-90C4-B95FA71F3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549F1-9E18-DD09-3B5D-29D146223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02C2D-6823-445D-A48C-B5E6F464F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5251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42D15-4573-A562-F2CB-E236405DF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629B8-B6A6-B166-6BDA-73CC7DEFC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D9C47-6631-712A-4968-8DA76C72D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34A46-9475-4529-A9D4-CDDFEDD48DC5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88118-58E4-03E8-7679-C13DEB0EB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2D908-B4ED-CE39-8ECB-EE5F9EDF0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02C2D-6823-445D-A48C-B5E6F464F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8124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0F5F2-C14C-D80B-E15F-82087EE53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4FBCEE-BE6D-769A-C62B-5236FB334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38E408-2FC9-8E45-BF0C-9A3EE0343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34A46-9475-4529-A9D4-CDDFEDD48DC5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222BB2-9C1D-E590-5A28-620B6A105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16E53-B210-2D9B-F90C-81DAAFD47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02C2D-6823-445D-A48C-B5E6F464F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0897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D9130-3794-19B8-573A-575DC533D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B66A0-4FF8-1EC3-6088-3DF5621F83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B40734-00A2-EFD4-FBC8-42FC2189FA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75A0DA-2CE2-71A6-F8C0-4C0E38872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34A46-9475-4529-A9D4-CDDFEDD48DC5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0DD70B-46E7-208B-6D29-017B47D1D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42FBE1-7227-8ED8-581F-6A75330BE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02C2D-6823-445D-A48C-B5E6F464F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956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70C51-DDE7-8D01-FD71-D4A537E22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CC62F5-374C-E7B1-B375-6FA42236C2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4E0E7-E045-5894-AFEB-550E784D58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F40BBD-17BC-D4E9-9E53-4608A9136F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500EB7-D52A-8E9E-DD79-0363ABBB30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038544-4212-6716-1A69-12B9A10A5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34A46-9475-4529-A9D4-CDDFEDD48DC5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92F084-61EB-B76B-7E98-A34B59996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5A98FB-5A38-8A95-9795-2E77DBE3D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02C2D-6823-445D-A48C-B5E6F464F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9679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9682F-4708-5BC2-9CD0-F03CCFCF3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406886-25E3-688E-86DA-8CEEE810B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34A46-9475-4529-A9D4-CDDFEDD48DC5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96B616-3F85-E656-6461-D14E07B17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A12387-8F94-4002-BB78-D8AECBBDE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02C2D-6823-445D-A48C-B5E6F464F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267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1FA9E-4EF4-E647-6434-3E2FA67BB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34A46-9475-4529-A9D4-CDDFEDD48DC5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696780-D88E-2037-7F90-F06BC8E33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E1BD88-9DF0-CDBE-77F9-15DFE338A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02C2D-6823-445D-A48C-B5E6F464F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577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F03F8-10E1-4AAC-E860-018D54EA2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CE60A-7F64-2C15-84AD-6D7C6CD84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A26341-12F7-BAC3-9B1F-9608D8C89B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BCD269-305B-8ED4-D15B-9AD212A59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34A46-9475-4529-A9D4-CDDFEDD48DC5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94FD5F-0890-9703-E722-F51350208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F962AA-C70D-EE26-3DFC-711E74847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02C2D-6823-445D-A48C-B5E6F464F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9960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6F4CA-EC09-0C0D-95B9-5DDBDA70C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FA4AD9-EF62-5B7C-615D-53BD7B3B0D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39C75A-DCA0-B883-4C71-C9C262BE67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964137-E212-2E73-C947-997215A49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34A46-9475-4529-A9D4-CDDFEDD48DC5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A9BEF8-0F66-DBD6-5E04-B73E550B1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526F39-565D-923B-E236-930A45E2C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02C2D-6823-445D-A48C-B5E6F464F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9604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18CE4-58B2-439F-CA8B-59ECBDA21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431F38-82A3-4D52-D219-CF8805C96F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A1CAD-794D-3A82-7CC1-28D5AE05A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34A46-9475-4529-A9D4-CDDFEDD48DC5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6519E9-7DE3-5B7F-0A72-F0D9686B9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B4FCD-60B2-718B-2E60-D79470DB9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02C2D-6823-445D-A48C-B5E6F464F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731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18D87E-303F-3870-9F9A-BB719EF52B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CB0FD4-18D8-0F27-0D57-595B684F90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96B57-CAF8-48AD-4A5B-C00FB85D3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34A46-9475-4529-A9D4-CDDFEDD48DC5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2CF1DF-BA9B-2AC8-DC0F-17EFA4E54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279C6-6397-8359-66C1-1C31A9BC8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02C2D-6823-445D-A48C-B5E6F464F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1968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C94846-4BB5-7294-DCD7-C468A9B47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0B187F-5923-0176-BB84-BC74E504E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F687C-4CE3-75F1-0434-0F2A6D9A93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834A46-9475-4529-A9D4-CDDFEDD48DC5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E29F3D-3563-BEEC-6139-57788722DF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6E48E-B30A-BEC1-1E5A-522E5A0DF7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702C2D-6823-445D-A48C-B5E6F464F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5744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D0E112-40E8-35A6-59E2-59DF733D6486}"/>
              </a:ext>
            </a:extLst>
          </p:cNvPr>
          <p:cNvSpPr txBox="1"/>
          <p:nvPr/>
        </p:nvSpPr>
        <p:spPr>
          <a:xfrm>
            <a:off x="762000" y="508000"/>
            <a:ext cx="10668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/>
              <a:t>Gesture Controller Test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9AA2B2-DB5C-47DE-20FD-F7010DC974EF}"/>
              </a:ext>
            </a:extLst>
          </p:cNvPr>
          <p:cNvSpPr txBox="1"/>
          <p:nvPr/>
        </p:nvSpPr>
        <p:spPr>
          <a:xfrm>
            <a:off x="1270000" y="2286000"/>
            <a:ext cx="965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/>
              <a:t>AI Hand Gesture Recognition &amp; Intelligent Presentation Automation</a:t>
            </a:r>
          </a:p>
        </p:txBody>
      </p:sp>
    </p:spTree>
    <p:extLst>
      <p:ext uri="{BB962C8B-B14F-4D97-AF65-F5344CB8AC3E}">
        <p14:creationId xmlns:p14="http://schemas.microsoft.com/office/powerpoint/2010/main" val="2385207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D0EFAC-D72B-9F32-CE9C-EE99CFE9367C}"/>
              </a:ext>
            </a:extLst>
          </p:cNvPr>
          <p:cNvSpPr txBox="1"/>
          <p:nvPr/>
        </p:nvSpPr>
        <p:spPr>
          <a:xfrm>
            <a:off x="762000" y="508000"/>
            <a:ext cx="10668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/>
              <a:t>Gesture Mapping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60835C-38EB-6229-48C8-7D48EAADA088}"/>
              </a:ext>
            </a:extLst>
          </p:cNvPr>
          <p:cNvSpPr txBox="1"/>
          <p:nvPr/>
        </p:nvSpPr>
        <p:spPr>
          <a:xfrm>
            <a:off x="1270000" y="2286000"/>
            <a:ext cx="9652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ONE = Previous Slide
TWO = Next Slide
THREE = Start / Pause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5015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F22B8A-6E78-70AD-DB1E-AC7CEC4E737D}"/>
              </a:ext>
            </a:extLst>
          </p:cNvPr>
          <p:cNvSpPr txBox="1"/>
          <p:nvPr/>
        </p:nvSpPr>
        <p:spPr>
          <a:xfrm>
            <a:off x="762000" y="508000"/>
            <a:ext cx="10668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/>
              <a:t>Test 01 - Previous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36D702-4C5E-7EBE-718C-7C8254BC918C}"/>
              </a:ext>
            </a:extLst>
          </p:cNvPr>
          <p:cNvSpPr txBox="1"/>
          <p:nvPr/>
        </p:nvSpPr>
        <p:spPr>
          <a:xfrm>
            <a:off x="1270000" y="2286000"/>
            <a:ext cx="9652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Use ONE.
Expected: move to the previous slide.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6793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875951-C14D-25ED-348C-198B075D8A27}"/>
              </a:ext>
            </a:extLst>
          </p:cNvPr>
          <p:cNvSpPr txBox="1"/>
          <p:nvPr/>
        </p:nvSpPr>
        <p:spPr>
          <a:xfrm>
            <a:off x="762000" y="508000"/>
            <a:ext cx="10668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/>
              <a:t>Test 02 - Next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B3A40C-9092-CFC8-F100-F7CBD88B7A82}"/>
              </a:ext>
            </a:extLst>
          </p:cNvPr>
          <p:cNvSpPr txBox="1"/>
          <p:nvPr/>
        </p:nvSpPr>
        <p:spPr>
          <a:xfrm>
            <a:off x="1270000" y="2286000"/>
            <a:ext cx="9652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Use TWO.
Expected: move to the next slide.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0068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EB3B59-5CF0-9EB0-C3F5-9501C1C80126}"/>
              </a:ext>
            </a:extLst>
          </p:cNvPr>
          <p:cNvSpPr txBox="1"/>
          <p:nvPr/>
        </p:nvSpPr>
        <p:spPr>
          <a:xfrm>
            <a:off x="762000" y="508000"/>
            <a:ext cx="10668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/>
              <a:t>Test 03 - Start / Pause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A806AC-E8F1-645E-CE02-26651A3CDE91}"/>
              </a:ext>
            </a:extLst>
          </p:cNvPr>
          <p:cNvSpPr txBox="1"/>
          <p:nvPr/>
        </p:nvSpPr>
        <p:spPr>
          <a:xfrm>
            <a:off x="1270000" y="2286000"/>
            <a:ext cx="9652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Use THREE.
Expected: start or pause the presentation.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0878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5216CF-AF3F-DF96-25CA-37DA74031A16}"/>
              </a:ext>
            </a:extLst>
          </p:cNvPr>
          <p:cNvSpPr txBox="1"/>
          <p:nvPr/>
        </p:nvSpPr>
        <p:spPr>
          <a:xfrm>
            <a:off x="762000" y="508000"/>
            <a:ext cx="10668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/>
              <a:t>Safety Test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DB60E1-08AD-245B-B3DA-37DD80A7A432}"/>
              </a:ext>
            </a:extLst>
          </p:cNvPr>
          <p:cNvSpPr txBox="1"/>
          <p:nvPr/>
        </p:nvSpPr>
        <p:spPr>
          <a:xfrm>
            <a:off x="1270000" y="2286000"/>
            <a:ext cx="9652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Hold a gesture continuously.
Expected: one command only until released and re-armed.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4793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D3F7FB-211B-8E2A-095A-0C87B37BD203}"/>
              </a:ext>
            </a:extLst>
          </p:cNvPr>
          <p:cNvSpPr txBox="1"/>
          <p:nvPr/>
        </p:nvSpPr>
        <p:spPr>
          <a:xfrm>
            <a:off x="762000" y="508000"/>
            <a:ext cx="10668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/>
              <a:t>Boundary Test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14D916-8A08-C90C-CBAC-EAD20E4E2F24}"/>
              </a:ext>
            </a:extLst>
          </p:cNvPr>
          <p:cNvSpPr txBox="1"/>
          <p:nvPr/>
        </p:nvSpPr>
        <p:spPr>
          <a:xfrm>
            <a:off x="1270000" y="2286000"/>
            <a:ext cx="9652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At Slide 1, ONE should be blocked.
At Slide 10, TWO should be blocked.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120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60FB2E-3FE3-8E75-9448-BE8003342BB2}"/>
              </a:ext>
            </a:extLst>
          </p:cNvPr>
          <p:cNvSpPr txBox="1"/>
          <p:nvPr/>
        </p:nvSpPr>
        <p:spPr>
          <a:xfrm>
            <a:off x="762000" y="508000"/>
            <a:ext cx="10668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/>
              <a:t>Stability Test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1E465E-22DC-61DD-A85E-F53C0A38EA44}"/>
              </a:ext>
            </a:extLst>
          </p:cNvPr>
          <p:cNvSpPr txBox="1"/>
          <p:nvPr/>
        </p:nvSpPr>
        <p:spPr>
          <a:xfrm>
            <a:off x="1270000" y="2286000"/>
            <a:ext cx="9652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Hold each gesture steadily.
Expected: activation only after stable frames.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522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74BBB6-DC89-C44D-950C-CB9EC8EE5157}"/>
              </a:ext>
            </a:extLst>
          </p:cNvPr>
          <p:cNvSpPr txBox="1"/>
          <p:nvPr/>
        </p:nvSpPr>
        <p:spPr>
          <a:xfrm>
            <a:off x="762000" y="508000"/>
            <a:ext cx="10668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/>
              <a:t>Live Demo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7BD585-CE70-597E-713B-948404252474}"/>
              </a:ext>
            </a:extLst>
          </p:cNvPr>
          <p:cNvSpPr txBox="1"/>
          <p:nvPr/>
        </p:nvSpPr>
        <p:spPr>
          <a:xfrm>
            <a:off x="1270000" y="2286000"/>
            <a:ext cx="965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THREE -&gt; TWO -&gt; TWO -&gt; ONE -&gt; THREE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507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9AACFC-E7BA-FF3A-1DA4-0CF468127F4B}"/>
              </a:ext>
            </a:extLst>
          </p:cNvPr>
          <p:cNvSpPr txBox="1"/>
          <p:nvPr/>
        </p:nvSpPr>
        <p:spPr>
          <a:xfrm>
            <a:off x="762000" y="508000"/>
            <a:ext cx="10668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/>
              <a:t>Test Complete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A59509-C688-E3A8-90F3-67FFCE4A12F1}"/>
              </a:ext>
            </a:extLst>
          </p:cNvPr>
          <p:cNvSpPr txBox="1"/>
          <p:nvPr/>
        </p:nvSpPr>
        <p:spPr>
          <a:xfrm>
            <a:off x="1270000" y="2286000"/>
            <a:ext cx="965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PowerPoint gesture-controller integration test complete.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5933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</Words>
  <Application>Microsoft Office PowerPoint</Application>
  <PresentationFormat>Widescreen</PresentationFormat>
  <Paragraphs>20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Sneha S</dc:creator>
  <cp:lastModifiedBy>Sneha S</cp:lastModifiedBy>
  <cp:revision>1</cp:revision>
  <dcterms:created xsi:type="dcterms:W3CDTF">2026-09-06T10:01:38Z</dcterms:created>
  <dcterms:modified xsi:type="dcterms:W3CDTF">2026-09-06T10:01:38Z</dcterms:modified>
</cp:coreProperties>
</file>